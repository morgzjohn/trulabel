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12188952" cy="2560320"/>
          </a:xfrm>
          <a:prstGeom prst="rect">
            <a:avLst/>
          </a:prstGeom>
          <a:solidFill>
            <a:srgbClr val="1840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0312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TruLabel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32461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AI System for Verifying Product Marketing Claims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Credible Evidence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029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Morgan John  |  Roll No: [FILL IN]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5394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MCA, CHRIST (Deemed to be University), Delhi NCR Campus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[LINK — FILL IN]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gimmicks make cheap products look premium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66751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marketed as a “healthy snack” may contain more sugar than an actual candy.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“100% Natural”, “No Added Sugar” and “Immunity Boosting” are used loosely, often without basis.</a:t>
            </a:r>
            <a:endParaRPr lang="en-US" sz="17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consumer tools (reviews, generic ingredient databases) don't check the marketing itself against the actual data.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680960" y="173736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920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 pattern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55280" y="233172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CCPA has fined brands for claiming “100% Natural” on products containing other additives — documented, real cases exist.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sets out to 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EAF1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extract checkable claims from marketing text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173736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BEFE7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1874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7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566160" y="23774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claims against credible ingredient/nutrition data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EAF1FB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874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09360" y="23774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transparent, evidence-cited accuracy score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869680" y="173736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BEFE7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1874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7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052560" y="23774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products and recommend better alternatives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10881360" cy="1920240"/>
          </a:xfrm>
          <a:prstGeom prst="roundRect">
            <a:avLst>
              <a:gd name="adj" fmla="val 3810"/>
            </a:avLst>
          </a:prstGeom>
          <a:solidFill>
            <a:srgbClr val="F0F7F5"/>
          </a:solidFill>
          <a:ln w="12700">
            <a:solidFill>
              <a:srgbClr val="D3E8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Alignment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5262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12 — Responsible Consumption and Production </a:t>
            </a:r>
            <a:endParaRPr lang="en-US" sz="13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helps consumers verify claims before purchase.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3 — Good Health and Well-being 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verifies health/wellness claims specifically.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TruLabel: an agentic verification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searches for a product. Instead of just showing reviews, TruLabel autonomously investigates the product's own marketing claims — checking them against real ingredient data, regulatory rules, and known misleading-advertising cases — and returns a transparent, evidence-backed verdict.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5661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Single-product verification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Extract, check, and score a product's claims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338328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35661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411480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multiple products' verdicts side by side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338328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35661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Mode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21040" y="411480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a genuinely better-scoring alternative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verification pipeline — five agents</a:t>
            </a:r>
            <a:endParaRPr lang="en-US" sz="2800" dirty="0"/>
          </a:p>
        </p:txBody>
      </p:sp>
      <p:pic>
        <p:nvPicPr>
          <p:cNvPr id="4" name="Image 0" descr="/home/claude/trulabel/fig_core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371600"/>
            <a:ext cx="4572000" cy="5074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011680"/>
            <a:ext cx="3017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Extraction 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specific claims from ad text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Retrieval 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real ingredient/nutrition data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 → Credibility Weighting → Verdict Synthesis 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Cross-checks, weighs evidence, produces the final score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 &amp; Recommend Mode</a:t>
            </a:r>
            <a:endParaRPr lang="en-US" sz="2800" dirty="0"/>
          </a:p>
        </p:txBody>
      </p:sp>
      <p:pic>
        <p:nvPicPr>
          <p:cNvPr id="4" name="Image 0" descr="/home/claude/trulabel/fig_extended_mo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85216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75120" y="20116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E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 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same pipeline per product and aligns the verdicts side by side.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77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Mode 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an entire category cheaply first (no LLM cost), then runs full verification only on the shortlist — keeping it fast and affordable.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functional requirements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052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checkable claims from marketing text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FR-4/5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 and cross-reference ingredient/nutrition evidence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FR-7/8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Marketing Accuracy Score and present a report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two or more products side by side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FR-13/14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and verify category alternatives, recommend the best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non-functional requirements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03520" cy="2057400"/>
          </a:xfrm>
          <a:prstGeom prst="roundRect">
            <a:avLst>
              <a:gd name="adj" fmla="val 3556"/>
            </a:avLst>
          </a:prstGeom>
          <a:solidFill>
            <a:srgbClr val="EAF1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generated in 15–30 seconds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303520" cy="2057400"/>
          </a:xfrm>
          <a:prstGeom prst="roundRect">
            <a:avLst>
              <a:gd name="adj" fmla="val 3556"/>
            </a:avLst>
          </a:prstGeom>
          <a:solidFill>
            <a:srgbClr val="EAF1FB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920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242316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output, no technical jargon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5303520" cy="2057400"/>
          </a:xfrm>
          <a:prstGeom prst="roundRect">
            <a:avLst>
              <a:gd name="adj" fmla="val 3556"/>
            </a:avLst>
          </a:prstGeom>
          <a:solidFill>
            <a:srgbClr val="FBEFE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251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7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47548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 if a data source is down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4069080"/>
            <a:ext cx="5303520" cy="2057400"/>
          </a:xfrm>
          <a:prstGeom prst="roundRect">
            <a:avLst>
              <a:gd name="adj" fmla="val 3556"/>
            </a:avLst>
          </a:prstGeom>
          <a:solidFill>
            <a:srgbClr val="FBEFE7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4251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7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47548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verdict traceable to its evidence source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breakdown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(React)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43400" y="173736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26280" y="17373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Orchestrator (FastAPI)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0" y="173736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0" y="17373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Extraction Agent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375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Retrieval Agent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333756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33375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Reality-Check Agent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333756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33375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Credibility-Weighting Agent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9377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Synthesis Agent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43400" y="493776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49377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Agent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46720" y="493776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49377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Agent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overview</a:t>
            </a:r>
            <a:endParaRPr lang="en-US" sz="2800" dirty="0"/>
          </a:p>
        </p:txBody>
      </p:sp>
      <p:pic>
        <p:nvPicPr>
          <p:cNvPr id="4" name="Image 0" descr="/home/claude/trulabel/fig_db_sche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280160"/>
            <a:ext cx="8046720" cy="5303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2860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EAF1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(FastAPI)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0F7F5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2011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26280" y="25146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/ CrewAI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EAF1F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2011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25146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GPT API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EAF1F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206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7091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43400" y="402336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0F7F5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4206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26280" y="47091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46720" y="402336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EAF1F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4206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Source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0" y="47091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Food Facts API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2E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consumers see past the marketing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9601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deployed system that verifies real product claims against real evidence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 scoring methodology, tested against known misleading-marketing cases</a:t>
            </a:r>
            <a:endParaRPr lang="en-US" sz="17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70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 extendable beyond food — to cosmetics, supplements, and beyond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[LINK — FILL IN]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2026-07-31T19:36:07Z</dcterms:created>
  <dcterms:modified xsi:type="dcterms:W3CDTF">2026-07-31T19:36:07Z</dcterms:modified>
</cp:coreProperties>
</file>